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AutoPrint 系统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C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部署运维手册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| 2026-07-03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概述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部署架构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部署流程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环境变量配置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监控与告警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备份与恢复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常见问题排查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应急响应流程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概述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本文档描述 AutoPrint 系统的部署架构、发布流程和运维规范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系统组成：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前端：HTML + JavaScript 静态页面（Netlify 托管）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后端：Supabase（数据库 + Auth + API）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代码仓库：GitHub (echeung1328/autoprint-dashboard)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CI/CD：GitHub Actions + Netlify Auto-deploy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部署架构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09728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URL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生产环境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正式使用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autoprintreport.netlify.app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master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预发布环境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develop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开发环境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本地开发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localhost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feature/*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用户浏览器 → Netlify CDN（HTTPS）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Netlify → Supabase（REST API）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Supabase：Database + Auth + API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部署流程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前端部署（Netlify）：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自动部署：推送到 master 分支 → Netlify 自动检测 → 部署完成（1-2分钟）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手动部署：Netlify 仪表盘 → Deploys → Trigger deploy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回滚部署：Deploys → 选择历史版本 → Publish deploy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后端部署（Supabase）：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数据库迁移：Supabase 仪表盘 → SQL Editor → 执行 SQL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RLS 策略更新：CREATE POLICY ...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验证策略：SELECT * FROM pg_policies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关键命令：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git add . &amp;&amp; git commit -m "message" &amp;&amp; git push origin master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环境变量配置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09728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ANON_KEY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公开访问（读）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前端代码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 RLS 限制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SERVICE_ROLE_KEY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管理员访问（读写）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后端代码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绕过 RLS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安全注意事项：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✅ 前端代码可以包含 ANON_KEY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❌ 前端代码绝对不能包含 SERVICE_ROLE_KEY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✅ 后端使用 SERVICE_ROLE_KEY 时，从环境变量读取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Netlify 环境变量配置：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Site settings → Environment variables → Add a variable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监控与告警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监控：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访问：Supabase 仪表盘 → Logs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监控指标：API 请求数、数据库性能、错误率、认证活动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设置告警：Settings → API → Rate limiting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Netlify 监控：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部署状态通知：Site settings → Deploy notifications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性能监控：app.netlify.com/sites/autoprintreport/analytics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自定义监控脚本：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定期检查系统健康状态（Supabase + Netlify）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每5分钟检查一次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异常时发送告警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备份与恢复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数据库备份：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自动备份：Supabase 免费版每天自动备份，保留7天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手动备份：supabase db dump 或仪表盘 Download backup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数据恢复：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恢复整个数据库：supabase db reset（警告：覆盖现有数据）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恢复单表数据：CREATE TABLE backup → TRUNCATE → COPY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代码备份：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GitHub 自动备份：所有代码都在 GitHub 上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每次 commit 都是一次备份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可以回滚到任意历史版本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常见问题排查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部署失败：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Netlify 部署卡住 → 检查构建日志，清除缓存重新部署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页面显示 404 → 确认根目录有 index.html，检查部署设置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数据加载失败：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Supabase 返回空数据 → 检查 anon key、RLS 策略、用户登录状态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权限错误 (403) → 检查 pg_policies，临时禁用 RLS 调试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认证问题：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魔法链接点击后无反应 → 检查邮件链接、浏览器设置、Redirect URLs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应急响应流程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09728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系统完全不可用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立即响应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网站宕机、数据库崩溃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核心功能受损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1小时内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看板无法加载数据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部分功能异常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4小时内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图表显示错误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24小时内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样式错乱、文字错误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应急联系人：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系统管理员：Eric Zhang (echeung1328@hotmail.com)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开发负责人：高级开发工程师（通过 WorkBuddy 联系）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故障处理流程：故障发生 → 确认等级 → 通知人员 → 定位根因 → 实施修复 → 验证效果 → 编写报告 → 复盘改进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常用命令：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GitHub：git status / git add . / git commit -m / git push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Netlify CLI：netlify status / netlify open / netlify logs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Supabase CLI：supabase status / supabase db dump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相关链接：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Netlify 仪表盘：https://app.netlify.com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Supabase 仪表盘：https://supabase.com/dashboard/project/uvqjtvonxwsmhntnyest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GitHub 仓库：https://github.com/echeung1328/autoprint-dashboard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部署前：代码测试、环境变量、数据库迁移、备份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● 部署后：页面访问、数据加载、认证功能、响应式布局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Comlan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AutoPrint 系统 - 部署运维手册</dc:title>
  <dc:subject>AutoPrint 部署运维手册</dc:subject>
  <dc:creator>Comlan 昆仑联通</dc:creator>
  <cp:lastModifiedBy>Comlan 昆仑联通</cp:lastModifiedBy>
  <cp:revision>1</cp:revision>
  <dcterms:created xsi:type="dcterms:W3CDTF">2026-07-03T08:18:15Z</dcterms:created>
  <dcterms:modified xsi:type="dcterms:W3CDTF">2026-07-03T08:18:15Z</dcterms:modified>
</cp:coreProperties>
</file>